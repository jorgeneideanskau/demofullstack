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Fullstack Web App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JavaScript + PostgreSQL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DATA1700 — Webutvikling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840480"/>
            <a:ext cx="457200" cy="457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840480"/>
            <a:ext cx="457200" cy="4572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8404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all fits together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28016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 + JS)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68880" y="12801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468880" y="128016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5544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6888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layer)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0" y="12801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12801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5544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 layer)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675120" y="12801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675120" y="128016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55448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7512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(PostgreSQL)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2194560" y="2148840"/>
            <a:ext cx="27432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4"/>
          <p:cNvSpPr/>
          <p:nvPr/>
        </p:nvSpPr>
        <p:spPr>
          <a:xfrm>
            <a:off x="4297680" y="2148840"/>
            <a:ext cx="27432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Shape 15"/>
          <p:cNvSpPr/>
          <p:nvPr/>
        </p:nvSpPr>
        <p:spPr>
          <a:xfrm>
            <a:off x="6400800" y="2148840"/>
            <a:ext cx="27432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16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sends HTTP requests (GET, POST, PUT, DELETE) to the controller.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calls the repository, which runs SQL against the database.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back as JSON.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container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Java class (POJO) that represents one row in the database.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have?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that match table columns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constructor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and setters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logic, no annotations, no dependencies.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5544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Movies.java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Movies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Long id;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name;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age_limit;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type;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director;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+ constructor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+ getters &amp; setters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SQL queries using JdbcTemplate.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class that touches the database.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@Repository tells Spring to manage 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JdbcTemplate runs SQL safely (with ?)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RowMapper converts rows to objects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per CRUD operation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5087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 Operations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getAllMovies()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SELECT * FROM movies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addMovie(movie)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INSERT INTO movies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deleteMovie(id)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DELETE FROM movies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updateMovie(movie)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UPDATE movies SET ...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HTTP requests, calls the repository, and returns JSON. No SQL, no business logic.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annotations: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= returns JSON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@RequestMapping sets the base URL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@GetMapping, @PostMapping, etc.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@RequestBody = JSON → Java object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5087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→ Java method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/api/movies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getAllMovies()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/api/movies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add(movie)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/api/movies/{id}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delete(id)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/api/movies/{id}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update(id, movie)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JavaScript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static structure.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&lt;tbody&gt; that JS fills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Buttons: Load Movies, + Add Movie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Bootstrap for styling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page has no data.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populates it dynamically.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544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(fetch)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API and updates the page.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fetch("api/movies") for GET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fetch(url, {method: "POST", body})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JSON.stringify() to send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response.json() to read data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auto-converts JSON ↔ Java objects.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flow, summarized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a button in the browser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sends an HTTP request (fetch)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receives it, calls the repository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runs SQL, returns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4747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sends JSON back to the browser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40233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updates the page with the response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one job. Keep them separated.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Fullstack Spring Boot</dc:title>
  <dc:subject>PptxGenJS Presentation</dc:subject>
  <dc:creator>PptxGenJS</dc:creator>
  <cp:lastModifiedBy>PptxGenJS</cp:lastModifiedBy>
  <cp:revision>1</cp:revision>
  <dcterms:created xsi:type="dcterms:W3CDTF">2026-04-15T10:08:19Z</dcterms:created>
  <dcterms:modified xsi:type="dcterms:W3CDTF">2026-04-15T10:08:19Z</dcterms:modified>
</cp:coreProperties>
</file>